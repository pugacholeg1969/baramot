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45788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30963651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16392303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142801451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9688697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170976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Титул: название команды, задача, постановщик.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538143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33836746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38982493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60563859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769318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36628718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67114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26.09.2026</a:t>
            </a:fld>
            <a:endParaRPr lang="ru-RU"/>
          </a:p>
        </p:txBody>
      </p:sp>
      <p:sp>
        <p:nvSpPr>
          <p:cNvPr id="2376885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8738032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8827605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83765105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76710698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829406885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5509879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776322849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7751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26.09.2026</a:t>
            </a:fld>
            <a:endParaRPr lang="ru-RU"/>
          </a:p>
        </p:txBody>
      </p:sp>
      <p:sp>
        <p:nvSpPr>
          <p:cNvPr id="208987795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48534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916405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259493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26.09.2026</a:t>
            </a:fld>
            <a:endParaRPr lang="ru-RU"/>
          </a:p>
        </p:txBody>
      </p:sp>
      <p:sp>
        <p:nvSpPr>
          <p:cNvPr id="105719331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5392305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1110300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671095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65153202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2464978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26.09.2026</a:t>
            </a:fld>
            <a:endParaRPr lang="ru-RU"/>
          </a:p>
        </p:txBody>
      </p:sp>
      <p:sp>
        <p:nvSpPr>
          <p:cNvPr id="59863713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267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6441894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496327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0860705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14893541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2779404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33443699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26.09.2026</a:t>
            </a:fld>
            <a:endParaRPr lang="ru-RU"/>
          </a:p>
        </p:txBody>
      </p:sp>
      <p:sp>
        <p:nvSpPr>
          <p:cNvPr id="1985179488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1349982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147505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3521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26.09.2026</a:t>
            </a:fld>
            <a:endParaRPr lang="ru-RU"/>
          </a:p>
        </p:txBody>
      </p:sp>
      <p:sp>
        <p:nvSpPr>
          <p:cNvPr id="157784285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8470873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7511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70831693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3764677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322384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26.09.2026</a:t>
            </a:fld>
            <a:endParaRPr lang="ru-RU"/>
          </a:p>
        </p:txBody>
      </p:sp>
      <p:sp>
        <p:nvSpPr>
          <p:cNvPr id="9503522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866408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63657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26.09.2026</a:t>
            </a:fld>
            <a:endParaRPr lang="ru-RU"/>
          </a:p>
        </p:txBody>
      </p:sp>
      <p:sp>
        <p:nvSpPr>
          <p:cNvPr id="67398767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995925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602351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9313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26.09.2026</a:t>
            </a:fld>
            <a:endParaRPr lang="ru-RU"/>
          </a:p>
        </p:txBody>
      </p:sp>
      <p:sp>
        <p:nvSpPr>
          <p:cNvPr id="23149875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040053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8653464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01980950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463752940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328543921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89247434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5939192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40380675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8168925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2831434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3362064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191456345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40450044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8362826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48684091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620196096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330770498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8597033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19110958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273490449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1009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26.09.2026</a:t>
            </a:fld>
            <a:endParaRPr lang="ru-RU"/>
          </a:p>
        </p:txBody>
      </p:sp>
      <p:sp>
        <p:nvSpPr>
          <p:cNvPr id="157875337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267240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75966969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3326701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111965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21764944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47563692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2657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26.09.2026</a:t>
            </a:fld>
            <a:endParaRPr lang="ru-RU"/>
          </a:p>
        </p:txBody>
      </p:sp>
      <p:sp>
        <p:nvSpPr>
          <p:cNvPr id="16131101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1119462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17474379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6902231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4673187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0958439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5020314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9359783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35186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26.09.2026</a:t>
            </a:fld>
            <a:endParaRPr lang="ru-RU"/>
          </a:p>
        </p:txBody>
      </p:sp>
      <p:sp>
        <p:nvSpPr>
          <p:cNvPr id="14074799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9266188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028578874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74575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5560906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2538936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640688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283884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50429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15323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26.09.2026</a:t>
            </a:fld>
            <a:endParaRPr lang="ru-RU"/>
          </a:p>
        </p:txBody>
      </p:sp>
      <p:sp>
        <p:nvSpPr>
          <p:cNvPr id="149258895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308840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64682717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5612795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9156743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8207034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0718254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2919958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8048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500000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3976497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74941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26.09.2026</a:t>
            </a:fld>
            <a:endParaRPr lang="ru-RU"/>
          </a:p>
        </p:txBody>
      </p:sp>
      <p:sp>
        <p:nvSpPr>
          <p:cNvPr id="206282053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0416638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8376039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688357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2824694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0338990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366238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301016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225184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8081906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2646169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3717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26.09.2026</a:t>
            </a:fld>
            <a:endParaRPr lang="ru-RU"/>
          </a:p>
        </p:txBody>
      </p:sp>
      <p:sp>
        <p:nvSpPr>
          <p:cNvPr id="207470099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39779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6350905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7391365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92512799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71967833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264349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167257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673013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5073023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496433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5518051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098913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96475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26.09.2026</a:t>
            </a:fld>
            <a:endParaRPr lang="ru-RU"/>
          </a:p>
        </p:txBody>
      </p:sp>
      <p:sp>
        <p:nvSpPr>
          <p:cNvPr id="18234693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231671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9115025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663430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634582842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513795877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7577766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843667961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45094765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47915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6365659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26.09.2026</a:t>
            </a:fld>
            <a:endParaRPr lang="ru-RU"/>
          </a:p>
        </p:txBody>
      </p:sp>
      <p:sp>
        <p:nvSpPr>
          <p:cNvPr id="18832316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564970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3126665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31521544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4506890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93585694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7545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26.09.2026</a:t>
            </a:fld>
            <a:endParaRPr lang="ru-RU"/>
          </a:p>
        </p:txBody>
      </p:sp>
      <p:sp>
        <p:nvSpPr>
          <p:cNvPr id="68149792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464569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52764645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96370279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47732531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524658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95977355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41838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7481238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212587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737597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150242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065055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249779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752770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1665321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945757441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377445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8541409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202423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1567711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19718938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26.09.2026</a:t>
            </a:fld>
            <a:endParaRPr lang="ru-RU"/>
          </a:p>
        </p:txBody>
      </p:sp>
      <p:sp>
        <p:nvSpPr>
          <p:cNvPr id="1874653172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86317154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930186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89487151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9676795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115798615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581129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26.09.2026</a:t>
            </a:fld>
            <a:endParaRPr lang="ru-RU"/>
          </a:p>
        </p:txBody>
      </p:sp>
      <p:sp>
        <p:nvSpPr>
          <p:cNvPr id="16240759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1384543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518783519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87078538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80583163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50637141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5773017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29542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34907804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2802096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26.09.2026</a:t>
            </a:fld>
            <a:endParaRPr lang="ru-RU"/>
          </a:p>
        </p:txBody>
      </p:sp>
      <p:sp>
        <p:nvSpPr>
          <p:cNvPr id="17200430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955031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ПРИНЦ С БАРАМОТА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Команда «Барамот» · ЛЦТ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400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ЗАДАЧА «ПИТОМЕЦ ФИННИ» · ДЕПАРТАМЕНТ ФИНАНСОВ ГОРОДА МОСКВЫ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035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Обучающая игра о финансовой грамотности для детей 7–11 лет: План, накопления и питомец, который растёт от разумных решений</a:t>
            </a:r>
          </a:p>
        </p:txBody>
      </p:sp>
      <p:pic>
        <p:nvPicPr>
          <p:cNvPr id="8" name="Picture 7" descr="team_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1143000" cy="1091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56616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КОМАНДА «БАРАМОТ»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25880"/>
            <a:ext cx="2276856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Пугач Олег Юрьевич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Капитан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Продукт, экономика игры, арт и ассеты, сборка и сдача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2152" y="1325880"/>
            <a:ext cx="2276856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Пугач Владислав Олегович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Ведущий инженер-программист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Архитектура Flutter, игровая логика, тесты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25880"/>
            <a:ext cx="2276856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Пугач Ольга Олеговна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Тестировщик-мотиватор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Проверка сценариев на телефоне, взгляд ребёнка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18872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71432" y="1325880"/>
            <a:ext cx="2276856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Пугач Ольга Павловна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Мастер дизайна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Образы питомцев, интерфейс, визуальный стиль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8056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7899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Контакты команды: </a:t>
            </a:r>
            <a:r>
              <a:rPr sz="1300" b="0">
                <a:solidFill>
                  <a:srgbClr val="FFFFFF"/>
                </a:solidFill>
              </a:rPr>
              <a:t>oleg.pugach@ro.ru · +7 980 189-92-47 (капитан)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Сложности и вызовы: </a:t>
            </a:r>
            <a:r>
              <a:rPr sz="1300" b="0">
                <a:solidFill>
                  <a:srgbClr val="FFFFFF"/>
                </a:solidFill>
              </a:rPr>
              <a:t>сбалансировать экономику так, чтобы ресурсов не хватало на всё сразу, но ремонт корабля был достижим за 1–2 цикла; сделать ошибку безопасной — без болезни и гибели питомца; уложить весь игровой цикл в офлайн и без сбора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57784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ПРОБЛЕМА И ЦЕЛЕВАЯ АУДИТОРИЯ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25880"/>
            <a:ext cx="5157216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Проблема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Дети получают карманные деньги раньше, чем понимают, откуда они берутся и как ими распоряжаться.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Объяснения «про доходы и расходы» утомляют: нужен безопасный способ самому принять решение, увидеть последствие и исправить ошибку.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9476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931920"/>
            <a:ext cx="5157216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Целевая аудитория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Дети 7–11 лет: читают короткие фразы, уверенно считают в пределах простых действий.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Взрослый поддерживает, но не решает за ребёнка: у него отдельный раздел за барьером.</a:t>
            </a:r>
          </a:p>
        </p:txBody>
      </p:sp>
      <p:pic>
        <p:nvPicPr>
          <p:cNvPr id="7" name="Picture 6" descr="sverch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71600"/>
            <a:ext cx="3048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18320" y="2103120"/>
            <a:ext cx="237744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D6E4"/>
                </a:solidFill>
              </a:rPr>
              <a:t>Наш ответ: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игра, где каждый день — маленький бюджет, а питомец показывает, к чему привели решения.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21208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ОБРАЗОВАТЕЛЬНЫЕ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D6E4"/>
                </a:solidFill>
              </a:rPr>
              <a:t>Единая рамка компетенций по финансовой грамотности, начальное общее образование → механика игры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929384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К1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09928"/>
            <a:ext cx="4251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8"/>
                </a:solidFill>
              </a:rPr>
              <a:t>Бюджет: расходы не больше доходов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План дня: НАДО + ХОЧУ + накопления ≤ доступная сумма, отрицательного баланса нет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1929384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К2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09928"/>
            <a:ext cx="4251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8"/>
                </a:solidFill>
              </a:rPr>
              <a:t>Обязательное и желаемое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Позиции НАДО и ХОЧУ у питомца, Барри и команды; обязательное идёт первым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72968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502151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К3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82696"/>
            <a:ext cx="4251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8"/>
                </a:solidFill>
              </a:rPr>
              <a:t>Покупки при ограниченном бюджете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За день нельзя купить всё: выбор, сравнение цен, «не хватает — заработай»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72968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3502151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К4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82696"/>
            <a:ext cx="4251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8"/>
                </a:solidFill>
              </a:rPr>
              <a:t>Цель и регулярные накопления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3 цели (8 / 12 / 20 Дар) и ремонт корабля на 67 Дар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45736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5074920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К5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55464"/>
            <a:ext cx="4251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8"/>
                </a:solidFill>
              </a:rPr>
              <a:t>Оценка своих решений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Вечерняя сверка План ↔ Факт и «Итоги дня»: что изменилось и почему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745736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5074920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К6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855464"/>
            <a:ext cx="4251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8"/>
                </a:solidFill>
              </a:rPr>
              <a:t>Приложение вместе со взрослым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Раздел для взрослого: цели обучения, темы, прогресс без оценок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411480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ИДЕЯ: ПОЧЕМУ ПИТОМЕЦ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566928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6E4"/>
                </a:solidFill>
              </a:rPr>
              <a:t>Забота делает деньги понятными. 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У питомца есть потребности (НАДО) и желания (ХОЧУ). Ребёнок сам решает, что купить сегодня, а что — потом.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6E4"/>
                </a:solidFill>
              </a:rPr>
              <a:t>Последствие видно сразу. 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Забота, энергия и настроение питомца меняются от решений дня, рост — от серии дней.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6E4"/>
                </a:solidFill>
              </a:rPr>
              <a:t>Ошибка безопасна. 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Питомец не болеет и не погибает. Неудачный день — повод скорректировать План, а достигнутый рост не отнимается.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6E4"/>
                </a:solidFill>
              </a:rPr>
              <a:t>Труд — источник дохода. 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Дар не падают с неба: их зарабатывают на рынке BAZAR.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234440"/>
            <a:ext cx="1600200" cy="2194560"/>
          </a:xfrm>
          <a:prstGeom prst="roundRect">
            <a:avLst>
              <a:gd name="adj" fmla="val 8000"/>
            </a:avLst>
          </a:prstGeom>
          <a:solidFill>
            <a:srgbClr val="F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korohod_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1417320" cy="15296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234440"/>
            <a:ext cx="1600200" cy="2194560"/>
          </a:xfrm>
          <a:prstGeom prst="roundRect">
            <a:avLst>
              <a:gd name="adj" fmla="val 8000"/>
            </a:avLst>
          </a:prstGeom>
          <a:solidFill>
            <a:srgbClr val="F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wak_trave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1417320" cy="12357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058400" y="1234440"/>
            <a:ext cx="1600200" cy="2194560"/>
          </a:xfrm>
          <a:prstGeom prst="roundRect">
            <a:avLst>
              <a:gd name="adj" fmla="val 8000"/>
            </a:avLst>
          </a:prstGeom>
          <a:solidFill>
            <a:srgbClr val="F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svetik_music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371600"/>
            <a:ext cx="1417320" cy="17343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3611880"/>
            <a:ext cx="1600200" cy="2194560"/>
          </a:xfrm>
          <a:prstGeom prst="roundRect">
            <a:avLst>
              <a:gd name="adj" fmla="val 8000"/>
            </a:avLst>
          </a:prstGeom>
          <a:solidFill>
            <a:srgbClr val="F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korohod_coz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749039"/>
            <a:ext cx="1417320" cy="160262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21040" y="3611880"/>
            <a:ext cx="1600200" cy="2194560"/>
          </a:xfrm>
          <a:prstGeom prst="roundRect">
            <a:avLst>
              <a:gd name="adj" fmla="val 8000"/>
            </a:avLst>
          </a:prstGeom>
          <a:solidFill>
            <a:srgbClr val="F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kwak_homebod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749039"/>
            <a:ext cx="1417320" cy="123351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058400" y="3611880"/>
            <a:ext cx="1600200" cy="2194560"/>
          </a:xfrm>
          <a:prstGeom prst="roundRect">
            <a:avLst>
              <a:gd name="adj" fmla="val 8000"/>
            </a:avLst>
          </a:prstGeom>
          <a:solidFill>
            <a:srgbClr val="F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svetik_garden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3749039"/>
            <a:ext cx="1417320" cy="13663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60350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D6E4"/>
                </a:solidFill>
              </a:rPr>
              <a:t>3 питомца × 3 образа = 9 вариантов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612648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ИГРОВОЙ ДЕНЬ: ПУТЬ ПОЛЬЗОВАТЕЛЯ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0574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82880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20978"/>
                </a:solidFill>
              </a:rPr>
              <a:t>Утро · обход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</a:rPr>
              <a:t>Заявки питомца и Барри на день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78608" y="1993392"/>
            <a:ext cx="192024" cy="274320"/>
          </a:xfrm>
          <a:prstGeom prst="rightArrow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88920" y="1234440"/>
            <a:ext cx="20574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8648" y="1298448"/>
            <a:ext cx="182880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20978"/>
                </a:solidFill>
              </a:rPr>
              <a:t>Утро · Совещание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</a:rPr>
              <a:t>План: НАДО / ХОЧУ / копим, остаток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4608" y="1993392"/>
            <a:ext cx="192024" cy="274320"/>
          </a:xfrm>
          <a:prstGeom prst="rightArrow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1234440"/>
            <a:ext cx="20574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1298448"/>
            <a:ext cx="182880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20978"/>
                </a:solidFill>
              </a:rPr>
              <a:t>День · BAZAR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</a:rPr>
              <a:t>Заработок Дар: заказы, астероид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50608" y="1993392"/>
            <a:ext cx="192024" cy="274320"/>
          </a:xfrm>
          <a:prstGeom prst="rightArrow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20" y="1234440"/>
            <a:ext cx="20574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298448"/>
            <a:ext cx="182880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20978"/>
                </a:solidFill>
              </a:rPr>
              <a:t>Вечер · Совещание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</a:rPr>
              <a:t>План ↔ Факт, покупки, накопления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36608" y="1993392"/>
            <a:ext cx="192024" cy="274320"/>
          </a:xfrm>
          <a:prstGeom prst="rightArrow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6920" y="1234440"/>
            <a:ext cx="20574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1298448"/>
            <a:ext cx="182880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5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20978"/>
                </a:solidFill>
              </a:rPr>
              <a:t>Итоги дня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</a:rPr>
              <a:t>Питомец: что изменилось и почему</a:t>
            </a:r>
          </a:p>
        </p:txBody>
      </p:sp>
      <p:pic>
        <p:nvPicPr>
          <p:cNvPr id="17" name="Picture 16" descr="school_sign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91840"/>
            <a:ext cx="452628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57800" y="3337560"/>
            <a:ext cx="64008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База — главный экран: </a:t>
            </a:r>
            <a:r>
              <a:rPr sz="1300" b="0">
                <a:solidFill>
                  <a:srgbClr val="FFFFFF"/>
                </a:solidFill>
              </a:rPr>
              <a:t>питомец, баланс, накопления, цель, показатели и активное задание видны сразу.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Школа командиров: </a:t>
            </a:r>
            <a:r>
              <a:rPr sz="1300" b="0">
                <a:solidFill>
                  <a:srgbClr val="FFFFFF"/>
                </a:solidFill>
              </a:rPr>
              <a:t>неоновая вывеска на Базе — финансовые задания отдельно от сюжета, ранги до «Профи».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5 дней подряд </a:t>
            </a:r>
            <a:r>
              <a:rPr sz="1300" b="0">
                <a:solidFill>
                  <a:srgbClr val="FFFFFF"/>
                </a:solidFill>
              </a:rPr>
              <a:t>в демо-режиме без ожидания; затем «ПХД» и новый цикл.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Финал: </a:t>
            </a:r>
            <a:r>
              <a:rPr sz="1300" b="0">
                <a:solidFill>
                  <a:srgbClr val="FFFFFF"/>
                </a:solidFill>
              </a:rPr>
              <a:t>ремонт корабля оплачен — корабль улетает; или альтернативный финал «Вызвать техничку».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Весёлый тир: </a:t>
            </a:r>
            <a:r>
              <a:rPr sz="1300" b="0">
                <a:solidFill>
                  <a:srgbClr val="FFFFFF"/>
                </a:solidFill>
              </a:rPr>
              <a:t>мини-игра для отдыха, на экономику не влияет.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56616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ИГРОВАЯ ЭКОНОМИКА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0053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26060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Дар — стартовый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капитал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18872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2344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0053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057400"/>
            <a:ext cx="26060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Дар в день —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обязательное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0053"/>
                </a:solidFill>
              </a:rPr>
              <a:t>8–16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057400"/>
            <a:ext cx="26060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Дар — дневной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доход на BAZAR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18872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2344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0053"/>
                </a:solidFill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057400"/>
            <a:ext cx="26060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Дар — ремонт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</a:rPr>
              <a:t>корабля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5468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291840"/>
            <a:ext cx="5157216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Деньги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Доход BAZAR = стоимость груза + наценка 3 Дар (минералы 1/2/3 Дар)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Задание Школы: +3 Дар (лучший вариант) или +1, один раз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План ≤ доступной суммы; покупка — только после подтверждения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Не хватает — объяснение и варианты, минус невозможен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Цели накоплений: 8 / 12 / 20 Дар; снятие — с подтверждением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5468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291840"/>
            <a:ext cx="5157216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Питомец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За день до +3 очков роста: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оплачено обязательное → +1, «Забота»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вечер совпал с Планом → +1, «Энергия»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отложено в накопления → +1, «Настроение»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Стадии: 0 → 3 → 8 очков (Дома · Втянулся · Мастер).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Очки роста не отнимаются — ошибка не обнуляет прогресс.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94360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ОБЯЗАТЕЛЬНЫЕ ФУНКЦИИ И ГРАНИЦЫ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88720"/>
          <a:ext cx="6583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Элемент (ТЗ 2.6)</a:t>
                      </a:r>
                    </a:p>
                  </a:txBody>
                  <a:tcPr>
                    <a:solidFill>
                      <a:srgbClr val="FF00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У нас</a:t>
                      </a:r>
                    </a:p>
                  </a:txBody>
                  <a:tcPr>
                    <a:solidFill>
                      <a:srgbClr val="FF00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Минимум</a:t>
                      </a:r>
                    </a:p>
                  </a:txBody>
                  <a:tcPr>
                    <a:solidFill>
                      <a:srgbClr val="FF00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Питомец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D22"/>
                          </a:solidFill>
                        </a:rPr>
                        <a:t>9 комбинаций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≥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Игровые периоды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D22"/>
                          </a:solidFill>
                        </a:rPr>
                        <a:t>5 подряд в демо-режиме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≥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Задания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D22"/>
                          </a:solidFill>
                        </a:rPr>
                        <a:t>6 по 3 темам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≥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Покупки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D22"/>
                          </a:solidFill>
                        </a:rPr>
                        <a:t>40+ позиций НАДО / ХОЧУ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≥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Цели накопления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D22"/>
                          </a:solidFill>
                        </a:rPr>
                        <a:t>3 цели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≥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Рост питомца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D22"/>
                          </a:solidFill>
                        </a:rPr>
                        <a:t>3 стадии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D22"/>
                          </a:solidFill>
                        </a:rPr>
                        <a:t>≥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257800"/>
            <a:ext cx="6583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D6E4"/>
                </a:solidFill>
              </a:rPr>
              <a:t>Все требования 2.5.1–2.5.14 реализованы — матрица соответствия со ссылками на экраны, модули и тесты в документации (раздел 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188720"/>
            <a:ext cx="42519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1231" y="1325880"/>
            <a:ext cx="3922776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Сознательно вне прототипа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Реальные деньги, счета, платежи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Реклама, подписки, покупки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Чаты, рейтинги, соцсеть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Сервер и сбор данных — всё на устройстве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Публикация в RuStore (сборка готова)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Бонусы от родителя — взрослый не решает за ребёнка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Планшеты и альбомная ориентация — в плане развития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КЛЮЧЕВЫЕ UX/UI-РЕШЕНИЯ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2560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25880"/>
            <a:ext cx="2231136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Одна База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Главный экран-сцена: нажимаешь на питомца, Палатку, корабль, вывеску Школы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88720"/>
            <a:ext cx="2560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10712" y="1325880"/>
            <a:ext cx="2231136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Коротко и крупно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Короткие реплики персонажей, кнопки от 56 dp, текст 16–18 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88720"/>
            <a:ext cx="2560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325880"/>
            <a:ext cx="2231136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Не только цвет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Выбор, итоги и ранг — значком, словом и числом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49039"/>
            <a:ext cx="2560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886200"/>
            <a:ext cx="2231136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Мягкая ошибка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«Давай разберёмся»: объяснение и путь исправления, без стыда и страха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749039"/>
            <a:ext cx="2560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3886200"/>
            <a:ext cx="2231136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Для взрослого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Барьер-пример, прогресс без оценок, звук и анимации отключаются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749039"/>
            <a:ext cx="2560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3886200"/>
            <a:ext cx="2231136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Подтверждение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Покупки, снятие накоплений и сброс — только после подтверждения</a:t>
            </a:r>
          </a:p>
        </p:txBody>
      </p:sp>
      <p:pic>
        <p:nvPicPr>
          <p:cNvPr id="15" name="Picture 14" descr="spravochnaya_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371600"/>
            <a:ext cx="2796158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32520" y="457200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D6E4"/>
                </a:solidFill>
              </a:rPr>
              <a:t>Справочная с Пчелой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объясняет термины и порядок дня в любой момент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749039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АРХИТЕКТУРА И СТЕК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6766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28016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Экраны Базы, Совещаний, BAZAR, Школы, накоплений, раздела для взрослого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6766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Игровая логика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51460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EconomyEngine (доходы, покупки, накопления, План ↔ Факт), PetGrowthEngine, ремонт корабля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57600"/>
            <a:ext cx="6766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Учебный контент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749039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finance_content.dart, commander_school.dart, planning_catalog.dart — данные, не код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92040"/>
            <a:ext cx="6766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83480"/>
            <a:ext cx="2011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Хранение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98348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Профиль в JSON (SharedPreferences), только на устройстве; настройки отдельно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8872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1325880"/>
            <a:ext cx="3785615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Стек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Flutter (stable), Dart ≥ 3.11.5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Android 8.0+, APK подписан ключом команды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Пакеты: video_player, shared_preferences, webview_flutter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Без сервера и без интернета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749039"/>
            <a:ext cx="4114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3886200"/>
            <a:ext cx="3785615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Новое задание = одна запись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Добавляем задание в FinanceContent.tasks — Школа, награды, ранги и раздел взрослого подхватывают его сами, логика не меняется (ТЗ 2.5.14).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685800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ТЕСТИРОВАНИЕ, ОГРАНИЧЕНИЯ, РАЗВИТИЕ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7373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0053"/>
                </a:solidFill>
              </a:rPr>
              <a:t>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7373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автоматических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тестов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1234440"/>
            <a:ext cx="17373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0053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11680"/>
            <a:ext cx="17373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шагов сценария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на телефоне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234440"/>
            <a:ext cx="17373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0053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17373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ошибок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анализатора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5669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154679"/>
            <a:ext cx="5340096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Что проверено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Экономика, BAZAR, ремонт, задания, ранги — юнит-тесты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Цикл утро → день → вечер и сохранение — тесты виджетов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Сквозной сценарий Приложения А на физическом телефоне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1D22"/>
                </a:solidFill>
              </a:rPr>
              <a:t>• Релизный APK: подпись, разрешения (нет INTERNET)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88720"/>
            <a:ext cx="52578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325880"/>
            <a:ext cx="4928616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Известные ограничения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Задания Школы — ситуации с выбором; навыки отрабатывает сама механика дня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Срок до цели не считается автоматически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Только телефоны, портретная ориентация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57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886200"/>
            <a:ext cx="4928616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План развития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Голосовая озвучка персонажей и подсказок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Платформа: новые планеты-уроки, редактор заданий для педагогов, iOS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Новые темы: труд и доход, безопасные платежи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• Планшеты, AAB и публикация в RuStore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54480" cy="4572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ССЫЛКИ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Репозиторий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307592"/>
            <a:ext cx="51206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C1D22"/>
                </a:solidFill>
              </a:rPr>
              <a:t>github.com/PugachOleg1969/BARAMOT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04872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Сборка (APK)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404872"/>
            <a:ext cx="51206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C1D22"/>
                </a:solidFill>
              </a:rPr>
              <a:t>github.com/PugachOleg1969/BARAMOT/releases — релиз v1.0.0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02152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Документация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502152"/>
            <a:ext cx="51206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C1D22"/>
                </a:solidFill>
              </a:rPr>
              <a:t>README и docs/ в репозитории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26279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99431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0978"/>
                </a:solidFill>
              </a:rPr>
              <a:t>Контакты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599431"/>
            <a:ext cx="51206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C1D22"/>
                </a:solidFill>
              </a:rPr>
              <a:t>oleg.pugach@ro.ru · +7 980 189-92-47</a:t>
            </a:r>
          </a:p>
        </p:txBody>
      </p:sp>
      <p:pic>
        <p:nvPicPr>
          <p:cNvPr id="15" name="Picture 14" descr="team_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234440"/>
            <a:ext cx="2377440" cy="22693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1040" y="3840480"/>
            <a:ext cx="32918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Спасибо!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D6E4"/>
                </a:solidFill>
              </a:rPr>
              <a:t>Команда «Барамот»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2026-09-26T17:23:45Z</dcterms:modified>
</cp:coreProperties>
</file>